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自动循环流水线运行报告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Auto-Loop Pipeline · docx + pptx 自动生成与自验证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docx / pptx 生成能力技能化，与本地虚拟环境打通</a:t>
            </a:r>
          </a:p>
          <a:p>
            <a:r>
              <a:t>生成 → 验证 → 推送 → 自修复，全程无人值守</a:t>
            </a:r>
          </a:p>
          <a:p>
            <a:r>
              <a:t>结果状态持久化并推送到分支，可全程追溯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技能与本地架构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skills/docx_skill.py —— Word 生成技能</a:t>
            </a:r>
          </a:p>
          <a:p>
            <a:r>
              <a:t>skills/pptx_skill.py —— PPT 生成技能</a:t>
            </a:r>
          </a:p>
          <a:p>
            <a:r>
              <a:t>skills/validator.py —— 验证评分技能（15 项检查）</a:t>
            </a:r>
          </a:p>
          <a:p>
            <a:r>
              <a:t>pipeline/loop.py —— 自循环编排器（入口）</a:t>
            </a:r>
          </a:p>
          <a:p>
            <a:r>
              <a:t>output/ + status/ —— 产物与状态目录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自循环流程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生成：按内容模型产出 docx + pptx</a:t>
            </a:r>
          </a:p>
          <a:p>
            <a:r>
              <a:t>2. 验证：15 项检查，输出 0-100 分与失败项</a:t>
            </a:r>
          </a:p>
          <a:p>
            <a:r>
              <a:t>3. 推送：状态与产物 commit + push 到分支</a:t>
            </a:r>
          </a:p>
          <a:p>
            <a:r>
              <a:t>4. 决策：达标 DONE 停止；未达标带失败项进入下一轮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验证结果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本轮验证结果记录于 status/REPORT.md</a:t>
            </a:r>
          </a:p>
          <a:p>
            <a:r>
              <a:t>15 项检查 · 满分 100 · 收敛即停止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迭代记录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迭代 1 · 43/100 · 失败 8 项 · ITERATING · push:ok</a:t>
            </a:r>
          </a:p>
          <a:p>
            <a:r>
              <a:t>迭代 2 · 90/100 · 失败 1 项 · ITERATING · push:ok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依据上一轮验证失败项自动修订</a:t>
            </a:r>
          </a:p>
          <a:p>
            <a:r>
              <a:t>本轮结果以 status/ 与分支提交记录为准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自动循环流水线运行报告</dc:title>
  <dc:subject>Auto-Loop Pipeline · docx + pptx 自动生成与自验证</dc:subject>
  <dc:creator>arena-agent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