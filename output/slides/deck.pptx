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自动循环流水线运行报告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Auto-Loop Pipeline · docx + pptx 自动生成与自验证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目标（初稿）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自动生成 docx / pptx 文档</a:t>
            </a:r>
          </a:p>
          <a:p>
            <a:r>
              <a:t>自验证：15 项检查，0-100 分</a:t>
            </a:r>
          </a:p>
          <a:p>
            <a:r>
              <a:t>状态推送至分支并持续自循环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流程（初稿）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TODO: 待补充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