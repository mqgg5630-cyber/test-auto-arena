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AI 自循环任务系统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自循环任务系统 - 迭代 v1</a:t>
            </a:r>
          </a:p>
          <a:p>
            <a:r>
              <a:t>生成时间: 2026-09-16 08:06</a:t>
            </a:r>
          </a:p>
          <a:p>
            <a:r>
              <a:t>分支: arena/01a0a93d-test-auto-arena</a:t>
            </a:r>
          </a:p>
          <a:p>
            <a:r>
              <a:t>Skills from: 01a0a821-3f3c-7bbe-bf99-6e6793c45d81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项目背景与目标</a:t>
            </a:r>
          </a:p>
          <a:p>
            <a:pPr>
              <a:spcAft>
                <a:spcPts val="600"/>
              </a:spcAft>
              <a:defRPr sz="1600"/>
            </a:pPr>
            <a:r>
              <a:t>自循环架构设计</a:t>
            </a:r>
          </a:p>
          <a:p>
            <a:pPr>
              <a:spcAft>
                <a:spcPts val="600"/>
              </a:spcAft>
              <a:defRPr sz="1600"/>
            </a:pPr>
            <a:r>
              <a:t>本地打通实现</a:t>
            </a:r>
          </a:p>
          <a:p>
            <a:pPr>
              <a:spcAft>
                <a:spcPts val="600"/>
              </a:spcAft>
              <a:defRPr sz="1600"/>
            </a:pPr>
            <a:r>
              <a:t>文档生成技能</a:t>
            </a:r>
          </a:p>
          <a:p>
            <a:pPr>
              <a:spcAft>
                <a:spcPts val="600"/>
              </a:spcAft>
              <a:defRPr sz="1600"/>
            </a:pPr>
            <a:r>
              <a:t>质量评估与迭代</a:t>
            </a:r>
          </a:p>
          <a:p>
            <a:pPr>
              <a:spcAft>
                <a:spcPts val="600"/>
              </a:spcAft>
              <a:defRPr sz="1600"/>
            </a:pPr>
            <a:r>
              <a:t>测试结果</a:t>
            </a:r>
          </a:p>
          <a:p>
            <a:pPr>
              <a:spcAft>
                <a:spcPts val="600"/>
              </a:spcAft>
              <a:defRPr sz="1600"/>
            </a:pPr>
            <a:r>
              <a:t>结论与下一步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用户需求: 安装 Arena Agent Skills, 本地打通, 自循环生成 docx/pptx</a:t>
            </a:r>
          </a:p>
          <a:p>
            <a:pPr>
              <a:spcAft>
                <a:spcPts val="600"/>
              </a:spcAft>
              <a:defRPr sz="1600"/>
            </a:pPr>
            <a:r>
              <a:t>源 Agent: https://arena.ai/agent/01a0a821-3f3c-7bbe-bf99-6e6793c45d81</a:t>
            </a:r>
          </a:p>
          <a:p>
            <a:pPr>
              <a:spcAft>
                <a:spcPts val="600"/>
              </a:spcAft>
              <a:defRPr sz="1600"/>
            </a:pPr>
            <a:r>
              <a:t>目标: 实现生成 -&gt; 返回本机 -&gt; push状态 -&gt; 自动循环直到质量达标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当前迭代: v1 / 最大 5 轮</a:t>
            </a:r>
          </a:p>
          <a:p>
            <a:pPr>
              <a:spcAft>
                <a:spcPts val="600"/>
              </a:spcAft>
              <a:defRPr sz="1600"/>
            </a:pPr>
            <a:r>
              <a:t>质量阈值: 85 分, 当前预估: 68 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自循环架构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分层技能架构: docx, pptx, evaluator, local_bridge, loop_orchestrator</a:t>
            </a:r>
          </a:p>
          <a:p>
            <a:pPr>
              <a:spcAft>
                <a:spcPts val="600"/>
              </a:spcAft>
              <a:defRPr sz="1600"/>
            </a:pPr>
            <a:r>
              <a:t>output/ 生成文件 -&gt; local/inbox/ 返回本机</a:t>
            </a:r>
          </a:p>
          <a:p>
            <a:pPr>
              <a:spcAft>
                <a:spcPts val="600"/>
              </a:spcAft>
              <a:defRPr sz="1600"/>
            </a:pPr>
            <a:r>
              <a:t>本机处理 -&gt; local/status_receipts/ 收据</a:t>
            </a:r>
          </a:p>
          <a:p>
            <a:pPr>
              <a:spcAft>
                <a:spcPts val="600"/>
              </a:spcAft>
              <a:defRPr sz="1600"/>
            </a:pPr>
            <a:r>
              <a:t>git push 到分支 arena/01a0a93d-test-auto-arena</a:t>
            </a:r>
          </a:p>
          <a:p>
            <a:pPr>
              <a:spcAft>
                <a:spcPts val="600"/>
              </a:spcAft>
              <a:defRPr sz="1600"/>
            </a:pPr>
            <a:r>
              <a:t>status/loop_status.json 记录全流程</a:t>
            </a:r>
          </a:p>
          <a:p>
            <a:pPr>
              <a:spcAft>
                <a:spcPts val="600"/>
              </a:spcAft>
              <a:defRPr sz="1600"/>
            </a:pPr>
            <a:r>
              <a:t>自动判断是否继续循环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本地打通实现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步骤1: 生成 docx/pptx 到 output/</a:t>
            </a:r>
          </a:p>
          <a:p>
            <a:pPr>
              <a:spcAft>
                <a:spcPts val="600"/>
              </a:spcAft>
              <a:defRPr sz="1600"/>
            </a:pPr>
            <a:r>
              <a:t>步骤2: copy 到 local/inbox/ (返回本机)</a:t>
            </a:r>
          </a:p>
          <a:p>
            <a:pPr>
              <a:spcAft>
                <a:spcPts val="600"/>
              </a:spcAft>
              <a:defRPr sz="1600"/>
            </a:pPr>
            <a:r>
              <a:t>步骤3: 本机验证文件完整性</a:t>
            </a:r>
          </a:p>
          <a:p>
            <a:pPr>
              <a:spcAft>
                <a:spcPts val="600"/>
              </a:spcAft>
              <a:defRPr sz="1600"/>
            </a:pPr>
            <a:r>
              <a:t>步骤4: 生成收据并更新 status</a:t>
            </a:r>
          </a:p>
          <a:p>
            <a:pPr>
              <a:spcAft>
                <a:spcPts val="600"/>
              </a:spcAft>
              <a:defRPr sz="1600"/>
            </a:pPr>
            <a:r>
              <a:t>步骤5: git commit &amp; push 到远程分支</a:t>
            </a:r>
          </a:p>
          <a:p>
            <a:pPr>
              <a:spcAft>
                <a:spcPts val="600"/>
              </a:spcAft>
              <a:defRPr sz="1600"/>
            </a:pPr>
            <a:r>
              <a:t>步骤6: 评估是否进入下一轮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python-docx 专业级排版</a:t>
            </a:r>
          </a:p>
          <a:p>
            <a:pPr>
              <a:spcAft>
                <a:spcPts val="600"/>
              </a:spcAft>
              <a:defRPr sz="1600"/>
            </a:pPr>
            <a:r>
              <a:t>封面、目录、章节、表格、项目符号</a:t>
            </a:r>
          </a:p>
          <a:p>
            <a:pPr>
              <a:spcAft>
                <a:spcPts val="600"/>
              </a:spcAft>
              <a:defRPr sz="1600"/>
            </a:pPr>
            <a:r>
              <a:t>页眉页脚、页码</a:t>
            </a:r>
          </a:p>
          <a:p>
            <a:pPr>
              <a:spcAft>
                <a:spcPts val="600"/>
              </a:spcAft>
              <a:defRPr sz="1600"/>
            </a:pPr>
            <a:r>
              <a:t>迭代增强: v1 已包含 4 个章节</a:t>
            </a:r>
          </a:p>
          <a:p>
            <a:pPr>
              <a:spcAft>
                <a:spcPts val="600"/>
              </a:spcAft>
              <a:defRPr sz="1600"/>
            </a:pPr>
            <a:r>
              <a:t>输出: report_v{iteration}.docx + report_final.docx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python-pptx 专业级演示</a:t>
            </a:r>
          </a:p>
          <a:p>
            <a:pPr>
              <a:spcAft>
                <a:spcPts val="600"/>
              </a:spcAft>
              <a:defRPr sz="1600"/>
            </a:pPr>
            <a:r>
              <a:t>标题页、议程、内容、表格、结论</a:t>
            </a:r>
          </a:p>
          <a:p>
            <a:pPr>
              <a:spcAft>
                <a:spcPts val="600"/>
              </a:spcAft>
              <a:defRPr sz="1600"/>
            </a:pPr>
            <a:r>
              <a:t>当前幻灯片数: 8</a:t>
            </a:r>
          </a:p>
          <a:p>
            <a:pPr>
              <a:spcAft>
                <a:spcPts val="600"/>
              </a:spcAft>
              <a:defRPr sz="1600"/>
            </a:pPr>
            <a:r>
              <a:t>母版与样式控制</a:t>
            </a:r>
          </a:p>
          <a:p>
            <a:pPr>
              <a:spcAft>
                <a:spcPts val="600"/>
              </a:spcAft>
              <a:defRPr sz="1600"/>
            </a:pPr>
            <a:r>
              <a:t>输出: presentation_v{iteration}.pptx + presentation_final.pptx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关键指标 - 迭代 v1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当前值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文档完整度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 专业度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自循环稳定性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本地打通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Git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持续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当前 v1 仍在优化中</a:t>
            </a:r>
          </a:p>
          <a:p>
            <a:pPr>
              <a:spcAft>
                <a:spcPts val="600"/>
              </a:spcAft>
              <a:defRPr sz="1600"/>
            </a:pPr>
            <a:r>
              <a:t>预计还需 3 轮达到阈值</a:t>
            </a:r>
          </a:p>
          <a:p>
            <a:pPr>
              <a:spcAft>
                <a:spcPts val="600"/>
              </a:spcAft>
              <a:defRPr sz="1600"/>
            </a:pPr>
            <a:r>
              <a:t>下一轮将根据 evaluator 反馈继续增强</a:t>
            </a:r>
          </a:p>
          <a:p>
            <a:pPr>
              <a:spcAft>
                <a:spcPts val="600"/>
              </a:spcAft>
              <a:defRPr sz="1600"/>
            </a:pPr>
            <a:r>
              <a:t>自循环将自动继续，直到质量达标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所有状态已 push 到分支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谢谢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迭代 v1 生成</a:t>
            </a:r>
          </a:p>
          <a:p>
            <a:pPr algn="ctr">
              <a:defRPr sz="1800"/>
            </a:pPr>
            <a:r>
              <a:t>Arena Agent Skills: 01a0a821-3f3c-7bbe-bf99-6e6793c45d81</a:t>
            </a:r>
          </a:p>
          <a:p>
            <a:pPr algn="ctr">
              <a:defRPr sz="1800"/>
            </a:pPr>
            <a:r>
              <a:t>分支: arena/01a0a93d-test-auto-arena</a:t>
            </a:r>
          </a:p>
          <a:p>
            <a:pPr algn="ctr">
              <a:defRPr sz="1800"/>
            </a:pPr>
            <a:r>
              <a:t>生成时间: 2026-09-16 08:06:35</a:t>
            </a:r>
          </a:p>
          <a:p>
            <a:pPr algn="ctr">
              <a:defRPr sz="1800"/>
            </a:pPr>
            <a:r>
              <a:t>状态: 循环中...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